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MOF Simulation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88"/>
                </a:solidFill>
              </a:defRPr>
            </a:pPr>
            <a:r>
              <a:t>LLM2POR: From Design to Molecular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mof2zeo: Deep learning model for MOF geometry prediction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Simulation Pipeline: Complete workflow from candidate to simulation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Uses PyTorch Lightning for geometry prediction (topology + node + edge → Di, Df, SA, VF, density, CV, Dif)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Integrates PORMAKE for CIF generation, LAMMPS for optimization, RASPA3 for GCMC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mof2zeo: Geometry Prediction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3C3C3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mof2zeo Architecture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│</a:t>
            </a:r>
            <a:br/>
            <a:r>
              <a:t>│  Input Features                  Model Architecture              │</a:t>
            </a:r>
            <a:br/>
            <a:r>
              <a:t>│  ────────────────               ──────────────────             │</a:t>
            </a:r>
            <a:br/>
            <a:r>
              <a:t>│  • Topology (964 classes)  ──►  ┌────────────────────────┐      │</a:t>
            </a:r>
            <a:br/>
            <a:r>
              <a:t>│  • Node (649 classes)     ──►  │   Embedding Layers    │      │</a:t>
            </a:r>
            <a:br/>
            <a:r>
              <a:t>│  • Edge (220 classes)     ──►  │   latent_dim: 128     │      │</a:t>
            </a:r>
            <a:br/>
            <a:r>
              <a:t>│                               │   hid_dim1: 64         │      │</a:t>
            </a:r>
            <a:br/>
            <a:r>
              <a:t>│                               │   hid_dim2: 32         │      │</a:t>
            </a:r>
            <a:br/>
            <a:r>
              <a:t>│                               └───────────┬────────────┘      │</a:t>
            </a:r>
            <a:br/>
            <a:r>
              <a:t>│                                           │                    │</a:t>
            </a:r>
            <a:br/>
            <a:r>
              <a:t>│                                           ▼                    │</a:t>
            </a:r>
            <a:br/>
            <a:r>
              <a:t>│                               ┌────────────────────────┐        │</a:t>
            </a:r>
            <a:br/>
            <a:r>
              <a:t>│                               │   Output: 7 props      │        │</a:t>
            </a:r>
            <a:br/>
            <a:r>
              <a:t>│                               │   Di, Df, SA, VF,      │        │</a:t>
            </a:r>
            <a:br/>
            <a:r>
              <a:t>│                               │   density, CV, Dif     │        │</a:t>
            </a:r>
            <a:br/>
            <a:r>
              <a:t>│                               └────────────────────────┘        │</a:t>
            </a:r>
            <a:br/>
            <a:r>
              <a:t>│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mof2zeo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Input: Constraints from Agent 2 (topology, node, edge requirements)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Generate Combinations: Create all valid topology+node+edge combinations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Predict: Run each combination through MOFNET to predict 7 geometric properties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Rank: Sort by target property match and output top N candidates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Properties: Di (pore diameter), Df (framework density), SA (surface area),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          VF (void fraction), density, CV (pore volume), Dif (diffusivity)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Simulation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3C3C3C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Full Simulation Pipeline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│</a:t>
            </a:r>
            <a:br/>
            <a:r>
              <a:t>│   matchmaker ──► filter_candidate ──► generate_mofs ──► optimize ──► RASPA3  │</a:t>
            </a:r>
            <a:br/>
            <a:r>
              <a:t>│   (components)   (mof2zeo)        (PORMAKE)      (LAMMPS)    (GCMC)   │</a:t>
            </a:r>
            <a:br/>
            <a:r>
              <a:t>│                                                                         │</a:t>
            </a:r>
            <a:br/>
            <a:r>
              <a:t>│   Input:          Input:              Input:            Input:       Input:    │</a:t>
            </a:r>
            <a:br/>
            <a:r>
              <a:t>│   agent2_output  constraints         ranked MOFs       CIF files    Optimized │</a:t>
            </a:r>
            <a:br/>
            <a:r>
              <a:t>│   .json          JSON                JSON              from PORMAKE CIFs      │</a:t>
            </a:r>
            <a:br/>
            <a:r>
              <a:t>│                                                                         │</a:t>
            </a:r>
            <a:br/>
            <a:r>
              <a:t>│   Output:         Output:            Output:           Output:      Output:   │</a:t>
            </a:r>
            <a:br/>
            <a:r>
              <a:t>│   valid top/      ranked MOFs        CIF files        optimized    GCMC      │</a:t>
            </a:r>
            <a:br/>
            <a:r>
              <a:t>│   node/edge      with geometry       from PORMAKE     CIFs + data  results   │</a:t>
            </a:r>
            <a:br/>
            <a:r>
              <a:t>│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Pipeline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Step 0: filter_candidate.py - mof2zeo geometry prediction &amp; ranking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Step 1: generate_mofs.py - Generate CIF files from PORMAKE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Step 2: optimize.py - LAMMPS energy minimization &amp; structure optimization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Step 3: run_raspa.py - RASPA3 GCMC simulations for gas adsorption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Each step outputs to separate subdirectory in output_dir/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Output Directory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output_dir/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├── 0_mof_candidates/     → filter_candidate output (ranked MOFs)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├── 1_mof_generation/    → PORMAKE CIF generation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├── 2_opt/                → LAMMPS optimization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│   ├── lammps_data/      → LAMMPS data files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│   ├── optimized_cifs/   → Optimized CIF files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│   └── opt_lammps_data/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└── 3_gcmc/               → RASPA3 results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  └── [mof_name]/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      ├── output/       → RASPA output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      └── DONE.txt      → Completion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Python 3.9+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PyTorch + PyTorch Lightning (mof2zeo model)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RASPA3 (conda install raspa3 -c conda-forge)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LAMMPS with lammps-interface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PORMAKE (pip install git+https://github.com/Sangwon91/PORMAKE.git)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Git LFS for large files (checkpoints, databases)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Full Pipeline: python core/run_simulation.py \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--input_json agent2_output.json \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--output_dir ./results \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--num_mofs 10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Individual Steps: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python core/filter_candidate.py --constraints agent2_output.json --top_n 10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python core/simulation/generate_mofs.py --mof-dir ./cifs --result_file ... --max 10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python core/simulation/opt/optimize.py --cif-dir ./cifs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  python core/simulation/gcmc/run_raspa.py --mof-dir ./optimized_cifs --output-dir ./gcmc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mof2zeo: Graph neural network predicting 7 geometric properties from MOF building blocks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filter_candidate: Ranks MOF candidates based on predicted geometry vs. target properties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Simulation Pipeline: Automated end-to-end workflow from design to simulation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Parallel Execution: LAMMPS and RASPA3 run as background jobs for each MOF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Auto-Detection: Automatically finds RASPA3 binary in current environment</a:t>
            </a:r>
          </a:p>
          <a:p>
            <a:pPr>
              <a:spcAft>
                <a:spcPts val="1200"/>
              </a:spcAft>
              <a:defRPr sz="2200">
                <a:solidFill>
                  <a:srgbClr val="3C3C3C"/>
                </a:solidFill>
              </a:defRPr>
            </a:pPr>
            <a:r>
              <a:t>• Time Tracking: Each step shows elapsed time for performance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